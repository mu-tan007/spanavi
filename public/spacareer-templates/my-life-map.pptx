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54864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7EAC8"/>
                </a:solidFill>
                <a:latin typeface="Noto Sans JP"/>
                <a:ea typeface="Noto Sans JP"/>
                <a:cs typeface="Noto Sans JP"/>
              </a:rPr>
              <a:t>スパキャリ｜第1回 ゴール設計セッション 成果物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74519"/>
            <a:ext cx="12191695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私の人生の地図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71800"/>
            <a:ext cx="1219169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〜5年後のビジョンと、お金の逆算を1枚に〜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7551" y="4114800"/>
            <a:ext cx="283464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2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（ここに記入）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7551" y="3785615"/>
            <a:ext cx="2834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F7EAC8"/>
                </a:solidFill>
                <a:latin typeface="Noto Sans JP"/>
                <a:ea typeface="Noto Sans JP"/>
                <a:cs typeface="Noto Sans JP"/>
              </a:rPr>
              <a:t>お名前</a:t>
            </a:r>
            <a:endParaRPr sz="1100" b="0" i="0" dirty="0">
              <a:solidFill>
                <a:srgbClr val="F7EAC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5532120"/>
            <a:ext cx="12191695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7EAC8"/>
                </a:solidFill>
                <a:latin typeface="Noto Sans JP"/>
                <a:ea typeface="Noto Sans JP"/>
                <a:cs typeface="Noto Sans JP"/>
              </a:rPr>
              <a:t>前半：5年後の「最高の瞬間」を画像で。　後半：お金の逆算を1枚に集約。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7EAC8"/>
                </a:solidFill>
                <a:latin typeface="Noto Sans JP"/>
                <a:ea typeface="Noto Sans JP"/>
                <a:cs typeface="Noto Sans JP"/>
              </a:rPr>
              <a:t>完成したらこのファイルをアップロードしてください。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5855" cy="16459"/>
          </a:xfrm>
          <a:prstGeom prst="rect">
            <a:avLst/>
          </a:prstGeom>
          <a:solidFill>
            <a:srgbClr val="D8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私の人生の地図 ｜ スパキャリ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46520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02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使い方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2011680" cy="45720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前半（P3-4）に画像を貼り、最後（P5）の北極星マップにツールで出した答えを転記します。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2700">
            <a:solidFill>
              <a:srgbClr val="D8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883664"/>
            <a:ext cx="3246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① 最高の瞬間を画像に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324612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5年後の“最高だと思う瞬間”を5〜10個、
ChatGPTで画像生成（下の型を使う）。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7373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2700">
            <a:solidFill>
              <a:srgbClr val="D8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883664"/>
            <a:ext cx="3246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② ビジョンボードに貼る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395728"/>
            <a:ext cx="324612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P3〜P4の枠に貼り、各画像の下に
“どんな瞬間か”を一言。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7373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2700">
            <a:solidFill>
              <a:srgbClr val="D8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883664"/>
            <a:ext cx="3246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③ 北極星マップを埋める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395728"/>
            <a:ext cx="324612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P5に、ツールで答えた5年後・お金の
ラダー・最優先の1個を転記して完成。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40480"/>
            <a:ext cx="11185855" cy="1371600"/>
          </a:xfrm>
          <a:prstGeom prst="roundRect">
            <a:avLst>
              <a:gd name="adj" fmla="val 5000"/>
            </a:avLst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1072865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📋 画像生成プロンプトの型（コピーして使う）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61688"/>
            <a:ext cx="10728655" cy="6901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あなたはプロのフォトグラファーです。次の「5年後の理想の瞬間」を、映画のワンシーンのように温かい写真で生成して：</a:t>
            </a:r>
          </a:p>
          <a:p>
            <a:pPr algn="l">
              <a:lnSpc>
                <a:spcPct val="130000"/>
              </a:lnSpc>
            </a:pPr>
            <a:r>
              <a:rPr sz="1100" b="0" i="0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場所</a:t>
            </a:r>
            <a:r>
              <a:rPr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［　］／</a:t>
            </a:r>
            <a:r>
              <a:rPr sz="1100" b="0" i="0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服装・雰囲気</a:t>
            </a:r>
            <a:r>
              <a:rPr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［　］／</a:t>
            </a:r>
            <a:r>
              <a:rPr sz="1100" b="0" i="0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周りの人</a:t>
            </a:r>
            <a:r>
              <a:rPr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［　］／</a:t>
            </a:r>
            <a:r>
              <a:rPr sz="1100" b="0" i="0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していること</a:t>
            </a:r>
            <a:r>
              <a:rPr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［　］／</a:t>
            </a:r>
            <a:r>
              <a:rPr sz="1100" b="0" i="0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表情</a:t>
            </a:r>
            <a:r>
              <a:rPr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［　］　— </a:t>
            </a:r>
            <a:r>
              <a:rPr sz="1100" b="0" i="0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シネマティック、自然光、リアルな写真風</a:t>
            </a:r>
            <a:endParaRPr lang="en-US" sz="1100" b="0" i="0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30000"/>
              </a:lnSpc>
            </a:pPr>
            <a:r>
              <a:rPr lang="en-US" altLang="ja-JP" sz="110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※</a:t>
            </a:r>
            <a:r>
              <a:rPr lang="ja-JP" altLang="en-US" sz="11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画像生成の際に、自身の顔写真も添付して生成してみてください！</a:t>
            </a:r>
            <a:endParaRPr sz="1100" b="0" i="0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8585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ヒント：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最初は5枚で十分。多いほど未来が鮮明になります。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5855" cy="16459"/>
          </a:xfrm>
          <a:prstGeom prst="rect">
            <a:avLst/>
          </a:prstGeom>
          <a:solidFill>
            <a:srgbClr val="D8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私の人生の地図 ｜ スパキャリ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46520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03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5年後・最高の瞬間 ①〜⑥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2011680" cy="45720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枠に画像を貼り、下に“どんな瞬間か”を一言。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3545128" cy="1719072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01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5"/>
            <a:ext cx="345368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01 </a:t>
            </a:r>
          </a:p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例）両親を旅行に連れていく日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368" y="1572768"/>
            <a:ext cx="3545128" cy="1719072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02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088" y="3328415"/>
            <a:ext cx="3453688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02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817" y="1572768"/>
            <a:ext cx="3545128" cy="1719072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03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7537" y="3328415"/>
            <a:ext cx="3453688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03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22191"/>
            <a:ext cx="3545128" cy="1719072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04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3453688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04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2368" y="3822191"/>
            <a:ext cx="3545128" cy="1719072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05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088" y="5577840"/>
            <a:ext cx="3453688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05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1817" y="3822191"/>
            <a:ext cx="3545128" cy="1719072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06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7537" y="5577840"/>
            <a:ext cx="3453688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06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5855" cy="16459"/>
          </a:xfrm>
          <a:prstGeom prst="rect">
            <a:avLst/>
          </a:prstGeom>
          <a:solidFill>
            <a:srgbClr val="D8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私の人生の地図 ｜ スパキャリ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46520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04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最高の瞬間 ⑦〜⑩（できれば）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2011680" cy="45720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さらに描きたい瞬間があれば。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08676" cy="1828800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07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11296"/>
            <a:ext cx="5317236" cy="3744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07 </a:t>
            </a:r>
          </a:p>
          <a:p>
            <a:r>
              <a:rPr lang="ja-JP" altLang="en-US" sz="1050" i="1" dirty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例）夢だった〇〇を実現した瞬間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7356" y="1645920"/>
            <a:ext cx="5408676" cy="1828800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08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3511296"/>
            <a:ext cx="5317236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08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69080"/>
            <a:ext cx="5408676" cy="1828800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09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34456"/>
            <a:ext cx="5317236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09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4069080"/>
            <a:ext cx="5408676" cy="1828800"/>
          </a:xfrm>
          <a:prstGeom prst="roundRect">
            <a:avLst>
              <a:gd name="adj" fmla="val 4000"/>
            </a:avLst>
          </a:prstGeom>
          <a:solidFill>
            <a:srgbClr val="F1F3F7"/>
          </a:solidFill>
          <a:ln w="1778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🖼  画像 10</a:t>
            </a:r>
          </a:p>
          <a:p>
            <a:pPr algn="ctr"/>
            <a:r>
              <a:rPr sz="90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ドラッグ＆ドロップ / 右クリック→画像を置換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5934456"/>
            <a:ext cx="5317236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10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5855" cy="16459"/>
          </a:xfrm>
          <a:prstGeom prst="rect">
            <a:avLst/>
          </a:prstGeom>
          <a:solidFill>
            <a:srgbClr val="D8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私の人生の地図 ｜ スパキャリ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46520"/>
            <a:ext cx="1325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05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北極星マップ（逆算の集約）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2011680" cy="45720"/>
          </a:xfrm>
          <a:prstGeom prst="rect">
            <a:avLst/>
          </a:prstGeom>
          <a:solidFill>
            <a:srgbClr val="E5B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ツールで出した答えをここに集約。これが毎日見返す“1枚の地図”です。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840480" cy="3063240"/>
          </a:xfrm>
          <a:prstGeom prst="roundRect">
            <a:avLst>
              <a:gd name="adj" fmla="val 3000"/>
            </a:avLst>
          </a:prstGeom>
          <a:solidFill>
            <a:srgbClr val="F1F3F7"/>
          </a:solidFill>
          <a:ln w="1905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🌟 5年後のベスト1枚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53712"/>
            <a:ext cx="384048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一言キャッチコピー：</a:t>
            </a:r>
          </a:p>
          <a:p>
            <a:pPr algn="ctr">
              <a:lnSpc>
                <a:spcPct val="120000"/>
              </a:lnSpc>
            </a:pPr>
            <a:r>
              <a:rPr sz="1150" b="0" i="1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（例）これが私の5年後。必ずここに辿り着く。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17320"/>
            <a:ext cx="7114032" cy="749808"/>
          </a:xfrm>
          <a:prstGeom prst="roundRect">
            <a:avLst>
              <a:gd name="adj" fmla="val 6000"/>
            </a:avLst>
          </a:prstGeom>
          <a:solidFill>
            <a:srgbClr val="F7EAC8"/>
          </a:solidFill>
          <a:ln w="13970">
            <a:solidFill>
              <a:srgbClr val="E5B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463040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5年後（ゴール）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53896"/>
            <a:ext cx="4645152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理想 月◯万 ／ 最低 月◯万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理想の毎日が全部叶う額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05740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276856"/>
            <a:ext cx="7114032" cy="749808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3970">
            <a:solidFill>
              <a:srgbClr val="D8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3168" y="2322576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3年後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4645152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月◯万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本業級。5年への中間地点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916936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136392"/>
            <a:ext cx="7114032" cy="749808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3970">
            <a:solidFill>
              <a:srgbClr val="D8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182112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1年後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72968"/>
            <a:ext cx="4645152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月◯万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副業が安定する額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776472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5928"/>
            <a:ext cx="7114032" cy="749808"/>
          </a:xfrm>
          <a:prstGeom prst="roundRect">
            <a:avLst>
              <a:gd name="adj" fmla="val 6000"/>
            </a:avLst>
          </a:prstGeom>
          <a:solidFill>
            <a:srgbClr val="13225B"/>
          </a:solidFill>
          <a:ln w="13970">
            <a:solidFill>
              <a:srgbClr val="D8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4041648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3ヶ月後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032504"/>
            <a:ext cx="4645152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金額は追わない ＝ 週◯時間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武器が決まるまではリズムで（自分で操作できる指標）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74920"/>
            <a:ext cx="11185855" cy="566928"/>
          </a:xfrm>
          <a:prstGeom prst="roundRect">
            <a:avLst>
              <a:gd name="adj" fmla="val 5000"/>
            </a:avLst>
          </a:prstGeom>
          <a:solidFill>
            <a:srgbClr val="132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10728655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5BB57"/>
                </a:solidFill>
                <a:latin typeface="Noto Sans JP"/>
                <a:ea typeface="Noto Sans JP"/>
                <a:cs typeface="Noto Sans JP"/>
              </a:rPr>
              <a:t>◎ いま最優先の“1個”　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（例）自分の経験を棚卸しして、武器の候補を3つ書き出す　← ここに記入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15000"/>
            <a:ext cx="1118585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25B"/>
                </a:solidFill>
                <a:latin typeface="Noto Sans JP"/>
                <a:ea typeface="Noto Sans JP"/>
                <a:cs typeface="Noto Sans JP"/>
              </a:rPr>
              <a:t>逆算の読み方：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1B5"/>
                </a:solidFill>
                <a:latin typeface="Noto Sans JP"/>
                <a:ea typeface="Noto Sans JP"/>
                <a:cs typeface="Noto Sans JP"/>
              </a:rPr>
              <a:t>「理想＝月◯万。そのために1年で月◯万・3年で月◯万、まず今週◯時間」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447</Words>
  <Application>Microsoft Office PowerPoint</Application>
  <PresentationFormat>ワイド画面</PresentationFormat>
  <Paragraphs>89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在人 小山</cp:lastModifiedBy>
  <cp:revision>3</cp:revision>
  <dcterms:created xsi:type="dcterms:W3CDTF">2013-01-27T09:14:16Z</dcterms:created>
  <dcterms:modified xsi:type="dcterms:W3CDTF">2026-06-12T08:23:48Z</dcterms:modified>
  <cp:category/>
</cp:coreProperties>
</file>